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deck — numbers final as of close of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Foxglove Analytics — Q4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Dana Whitfield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8046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5257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 change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-3.6%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Active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+33.9%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t>New logos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+16.0%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Single-sourced data provider for enrichment</a:t>
            </a:r>
          </a:p>
          <a:p>
            <a:r>
              <a:t>Hiring pipeline behind plan for support engineers</a:t>
            </a:r>
          </a:p>
          <a:p>
            <a:r>
              <a:t>Renewal concentration in the top three accounts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