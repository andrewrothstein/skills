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deck — numbers final as of close of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Harborview Ventures — Q4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Priya Raman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5029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 change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Net revenue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New 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+7.2%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Active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+19.1%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+23.7%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exposure on EMEA contracts</a:t>
            </a:r>
          </a:p>
          <a:p>
            <a:r>
              <a:t>Single-sourced data provider for enrichment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